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institucional de Rumbo Global Consultores S.A.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Sociedad anónima argentina especializada en abrir mercados externos para pymes y economías regionales.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servicios que pueden contratarse juntos o por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pasos simples para el cliente; por detrás hay un ciclo de ocho etapas con puntos de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valores que guían las decisiones diarias.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Áreas de la consultora. Cada proyecto tiene líder, responsable de documentación y responsable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Cliente: yerbatera de Misiones. Mercado: Siria, Líbano, Jordania y Emiratos Árabes Unidos.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Ética, confidencialidad, seguridad de la información y seguridad e higiene.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contacto por WhatsApp 11 3348-6017.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6858000" cy="9144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RUMBO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D0021B"/>
                </a:solidFill>
                <a:latin typeface="Arial"/>
              </a:rPr>
              <a:t>CONSULTORES S.A.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6583680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Presentación institucional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D9D9D9"/>
                </a:solidFill>
                <a:latin typeface="Calibri"/>
              </a:rPr>
              <a:t>Consultoría en comercio exterior para pymes argentinas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A9A9A"/>
                </a:solidFill>
                <a:latin typeface="Calibri"/>
              </a:rPr>
              <a:t>Buenos Aires, Argentina · 2026</a:t>
            </a:r>
          </a:p>
        </p:txBody>
      </p:sp>
      <p:pic>
        <p:nvPicPr>
          <p:cNvPr id="6" name="Picture 5" descr="Isotipo de Rumbo Global: globo terráqueo con un av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3444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11111"/>
                </a:solidFill>
                <a:latin typeface="Arial"/>
              </a:rPr>
              <a:t>Quiénes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Rumbo Global Consultores S.A. es una sociedad anónima argentina que acompaña a pymes en todo el camino de la exportación: desde elegir el mercado hasta cobrar el embarque.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D0021B"/>
                </a:solidFill>
                <a:latin typeface="Calibri"/>
              </a:rPr>
              <a:t>Misión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Hacer que exportar sea un proceso claro, ordenado y rentable para empresas que nunca lo hicieron.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D0021B"/>
                </a:solidFill>
                <a:latin typeface="Calibri"/>
              </a:rPr>
              <a:t>Visión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Ser la consultora de referencia en comercio exterior para las economías regionales de Argentina.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55448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0" y="1645920"/>
            <a:ext cx="137160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D0021B"/>
                </a:solidFill>
                <a:latin typeface="Arial"/>
              </a:rPr>
              <a:t>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645920"/>
            <a:ext cx="283464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sin límite de países: cada proyecto elige su mercado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063239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23760" y="3154679"/>
            <a:ext cx="137160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 i="0">
                <a:solidFill>
                  <a:srgbClr val="D0021B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154679"/>
            <a:ext cx="283464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etapas en nuestro ciclo de trabajo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57200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23760" y="4663440"/>
            <a:ext cx="137160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 i="0">
                <a:solidFill>
                  <a:srgbClr val="D0021B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663440"/>
            <a:ext cx="283464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idiomas en nuestro sitio web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11111"/>
                </a:solidFill>
                <a:latin typeface="Arial"/>
              </a:rPr>
              <a:t>Qué hacemos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Diagnóstico y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Analizamos producto, capacidad y competencia, y elegimos países y canales.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Plan de exportación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Objetivos, presupuesto, cronograma, precios y estrategia de marca.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275319" y="1828800"/>
            <a:ext cx="502920" cy="50292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46888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Habilitaciones y marca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880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Registros ante ARCA y organismos sanitarios, marca y certificaciones.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Compradores y contratos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79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Importadores, muestras, ferias y contratos de compraventa.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72000" y="4160520"/>
            <a:ext cx="502920" cy="50292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Logística y cobranza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79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Contenedor, seguro, despacho y cobro con carta de crédito.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275319" y="4160520"/>
            <a:ext cx="502920" cy="50292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Presencia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5212079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Sitios web en varios idiomas, acceso de clientes y WhatsApp.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11111"/>
                </a:solidFill>
                <a:latin typeface="Arial"/>
              </a:rPr>
              <a:t>Cómo trabajamos</a:t>
            </a:r>
          </a:p>
        </p:txBody>
      </p:sp>
      <p:pic>
        <p:nvPicPr>
          <p:cNvPr id="3" name="Picture 2" descr="Cuatro pasos: escuchamos, analizamos, armamos un plan, ejecutamos y controlam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23576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977639"/>
            <a:ext cx="108813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Por detrás, un ciclo de 8 etapas con puntos de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52628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9808" y="465429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457200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Contacto y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52628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493008" y="465429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457200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Diagnóstico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52628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236208" y="465429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457200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Propuesta y contrato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52628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979407" y="465429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457200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Planificación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49808" y="552297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44068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Ejecución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539496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3493008" y="552297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544068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539496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236208" y="552297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544068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Cierre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5394960"/>
            <a:ext cx="260604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979407" y="5522976"/>
            <a:ext cx="475488" cy="47548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5440680"/>
            <a:ext cx="1874519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Mejora continua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Nuestra cultura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856232"/>
            <a:ext cx="292608" cy="29260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Rumbo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0D0D0"/>
                </a:solidFill>
                <a:latin typeface="Calibri"/>
              </a:rPr>
              <a:t>Cada proyecto tiene objetivo, fecha y responsable.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856232"/>
            <a:ext cx="292608" cy="29260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Palabra cumplida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0D0D0"/>
                </a:solidFill>
                <a:latin typeface="Calibri"/>
              </a:rPr>
              <a:t>Decimos lo que vamos a hacer y lo hacemos.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275319" y="1856232"/>
            <a:ext cx="292608" cy="29260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19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Respeto cultural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83464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0D0D0"/>
                </a:solidFill>
                <a:latin typeface="Calibri"/>
              </a:rPr>
              <a:t>Entendemos costumbres, idioma y religión del destino.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68680" y="4187952"/>
            <a:ext cx="292608" cy="29260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Datos, no opiniones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0D0D0"/>
                </a:solidFill>
                <a:latin typeface="Calibri"/>
              </a:rPr>
              <a:t>Decidimos con números, no con intuiciones.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72000" y="4187952"/>
            <a:ext cx="292608" cy="29260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Seguridad primero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66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0D0D0"/>
                </a:solidFill>
                <a:latin typeface="Calibri"/>
              </a:rPr>
              <a:t>Cuidamos personas, mercadería e información.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275319" y="4187952"/>
            <a:ext cx="292608" cy="29260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75319" y="466344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Mejora continua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5166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0D0D0"/>
                </a:solidFill>
                <a:latin typeface="Calibri"/>
              </a:rPr>
              <a:t>Cada proyecto cierra con lecciones aprendidas.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11111"/>
                </a:solidFill>
                <a:latin typeface="Arial"/>
              </a:rPr>
              <a:t>Equipo y organización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480560" y="1508760"/>
            <a:ext cx="3200400" cy="8686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Dirección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3328" y="2377440"/>
            <a:ext cx="54864" cy="4114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783080" y="2770632"/>
            <a:ext cx="8622792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737360" y="2770632"/>
            <a:ext cx="54864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40080" y="3136392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D0021B"/>
                </a:solidFill>
                <a:latin typeface="Arial"/>
              </a:rPr>
              <a:t>Comercio exterior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233172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Mercados, precios, compradores y contratos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770632"/>
            <a:ext cx="54864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429000" y="3136392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D0021B"/>
                </a:solidFill>
                <a:latin typeface="Arial"/>
              </a:rPr>
              <a:t>Logística y aduana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94760"/>
            <a:ext cx="233172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Contenedores, documentación, seguros y despacho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770632"/>
            <a:ext cx="54864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217920" y="3136392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D0021B"/>
                </a:solidFill>
                <a:latin typeface="Arial"/>
              </a:rPr>
              <a:t>Legal y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94760"/>
            <a:ext cx="233172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Contratos, marcas, ética y normativa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19" y="2770632"/>
            <a:ext cx="54864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006839" y="3136392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3999" y="3246120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D0021B"/>
                </a:solidFill>
                <a:latin typeface="Arial"/>
              </a:rPr>
              <a:t>Tecnología y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3794760"/>
            <a:ext cx="233172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Sitios web, sistemas y análisis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Cada proyecto tiene un líder, un responsable de documentación y un responsable de calidad, más un canal directo con el cliente por WhatsApp.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11111"/>
                </a:solidFill>
                <a:latin typeface="Arial"/>
              </a:rPr>
              <a:t>Caso en curso: proyecto ASHAB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760720" cy="44805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Una yerbatera de Misiones quiere exportar yerba mate con marca propia a Medio Oriente.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D0021B"/>
                </a:solidFill>
                <a:latin typeface="Calibri"/>
              </a:rPr>
              <a:t>Qué hacemos por el cliente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Elegimos países y canales según la demanda real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Creamos la marca ASHAB y el packaging en tres idiomas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Gestionamos habilitaciones, documentos y logística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Desarrollamos el sitio web con ingreso seguro y pedidos con seña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55448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0" y="1645920"/>
            <a:ext cx="246888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USD 75.810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D9D9D9"/>
                </a:solidFill>
                <a:latin typeface="Calibri"/>
              </a:rPr>
              <a:t>inversión inicial del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063239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3154679"/>
            <a:ext cx="246888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17 %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54679"/>
            <a:ext cx="201168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D9D9D9"/>
                </a:solidFill>
                <a:latin typeface="Calibri"/>
              </a:rPr>
              <a:t>margen neto por contenedor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57200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40880" y="4663440"/>
            <a:ext cx="246888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≈ 13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663440"/>
            <a:ext cx="2011680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D9D9D9"/>
                </a:solidFill>
                <a:latin typeface="Calibri"/>
              </a:rPr>
              <a:t>para recuperar la inversión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11111"/>
                </a:solidFill>
                <a:latin typeface="Arial"/>
              </a:rPr>
              <a:t>Cómo cuidamos al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303520" cy="2057400"/>
          </a:xfrm>
          <a:prstGeom prst="roundRect">
            <a:avLst>
              <a:gd name="adj" fmla="val 3555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1874519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41148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Ética y anticorrupción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411480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Cero pagos indebidos. Contratos claros y trazables con compradores y agentes.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03520" cy="2057400"/>
          </a:xfrm>
          <a:prstGeom prst="roundRect">
            <a:avLst>
              <a:gd name="adj" fmla="val 3555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92240" y="1874519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828800"/>
            <a:ext cx="41148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Confidencialidad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377440"/>
            <a:ext cx="411480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Acuerdo de confidencialidad en cada proyecto y acceso solo a quien lo necesita.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303520" cy="2057400"/>
          </a:xfrm>
          <a:prstGeom prst="roundRect">
            <a:avLst>
              <a:gd name="adj" fmla="val 3555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14400" y="4160520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41148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Seguridad de la información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411480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Contraseñas cifradas, accesos registrados y copias de respaldo.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03520" cy="2057400"/>
          </a:xfrm>
          <a:prstGeom prst="roundRect">
            <a:avLst>
              <a:gd name="adj" fmla="val 3555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114800"/>
            <a:ext cx="41148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Seguridad e higiene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663440"/>
            <a:ext cx="411480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Normas de ingreso a planta y protocolo propio para visitas del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 de Rumbo Global Consultores S.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583680" cy="19875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474720"/>
            <a:ext cx="1005840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Llevamos a las pymes argentinas al mundo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315200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WhatsApp: 11 3348-6017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D0D0D0"/>
                </a:solidFill>
                <a:latin typeface="Calibri"/>
              </a:rPr>
              <a:t>Escribinos y armamos tu plan de exportación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4805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80" y="4480560"/>
            <a:ext cx="3108960" cy="9144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Quiero exportar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