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institucional de Rumbo Global Consultores S.A.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Sociedad anónima argentina especializada en abrir mercados externos para pymes y economías regionales.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Seis servicios que pueden contratarse juntos o por separado.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Cuatro pasos simples para el cliente; por detrás hay un ciclo de ocho etapas con puntos de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Seis valores que guían las decisiones diarias.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Áreas de la consultora. Cada proyecto tiene líder, responsable de documentación y responsable de calidad.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Cliente: yerbatera de Misiones. Mercado: Siria, Líbano, Jordania y Emiratos Árabes Unidos.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Ética, confidencialidad, seguridad de la información y seguridad e higiene.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Cierre: contacto por WhatsApp 11 3348-6017.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6858000" cy="9144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5400" b="1" i="0">
                <a:solidFill>
                  <a:srgbClr val="FFFFFF"/>
                </a:solidFill>
                <a:latin typeface="Arial"/>
              </a:rPr>
              <a:t>RUMBO GLOBAL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331720"/>
            <a:ext cx="640080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D0021B"/>
                </a:solidFill>
                <a:latin typeface="Arial"/>
              </a:rPr>
              <a:t>CONSULTORES S.A.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6583680" cy="14630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Presentación institucional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 i="0">
                <a:solidFill>
                  <a:srgbClr val="D9D9D9"/>
                </a:solidFill>
                <a:latin typeface="Calibri"/>
              </a:rPr>
              <a:t>Consultoría en comercio exterior para pymes argentinas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5486400" cy="3657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>
                <a:solidFill>
                  <a:srgbClr val="9A9A9A"/>
                </a:solidFill>
                <a:latin typeface="Calibri"/>
              </a:rPr>
              <a:t>Buenos Aires, Argentina · 2026</a:t>
            </a:r>
          </a:p>
        </p:txBody>
      </p:sp>
      <p:pic>
        <p:nvPicPr>
          <p:cNvPr id="6" name="Picture 5" descr="Isotipo de Rumbo Global: globo terráqueo con un avió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23444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822960"/>
          </a:xfrm>
        </p:spPr>
        <p:txBody>
          <a:bodyPr wrap="square" anchor="ctr" lIns="0" rIns="0"/>
          <a:lstStyle/>
          <a:p>
            <a:pPr algn="l"/>
            <a:r>
              <a:rPr sz="3400" b="1">
                <a:solidFill>
                  <a:srgbClr val="111111"/>
                </a:solidFill>
                <a:latin typeface="Arial"/>
              </a:rPr>
              <a:t>Quiénes somos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852160" cy="43891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Rumbo Global Consultores S.A. es una sociedad anónima argentina que acompaña a pymes en todo el camino de la exportación: desde elegir el mercado hasta cobrar el embarque.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 i="0">
                <a:solidFill>
                  <a:srgbClr val="D0021B"/>
                </a:solidFill>
                <a:latin typeface="Calibri"/>
              </a:rPr>
              <a:t>Misión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Calibri"/>
              </a:rPr>
              <a:t>Hacer que exportar sea un proceso claro, ordenado y rentable para empresas que nunca lo hicieron.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 i="0">
                <a:solidFill>
                  <a:srgbClr val="D0021B"/>
                </a:solidFill>
                <a:latin typeface="Calibri"/>
              </a:rPr>
              <a:t>Visión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Calibri"/>
              </a:rPr>
              <a:t>Ser la consultora de referencia en comercio exterior para las economías regionales de Argentina.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0" y="1554480"/>
            <a:ext cx="4480560" cy="1325880"/>
          </a:xfrm>
          <a:prstGeom prst="roundRect">
            <a:avLst>
              <a:gd name="adj" fmla="val 5517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223760" y="1645920"/>
            <a:ext cx="1371600" cy="11430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5400" b="1" i="0">
                <a:solidFill>
                  <a:srgbClr val="D0021B"/>
                </a:solidFill>
                <a:latin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645920"/>
            <a:ext cx="2834640" cy="11430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Calibri"/>
              </a:rPr>
              <a:t>países de Medio Oriente en nuestro proyecto actual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3063239"/>
            <a:ext cx="4480560" cy="1325880"/>
          </a:xfrm>
          <a:prstGeom prst="roundRect">
            <a:avLst>
              <a:gd name="adj" fmla="val 5517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223760" y="3154679"/>
            <a:ext cx="1371600" cy="11430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5400" b="1" i="0">
                <a:solidFill>
                  <a:srgbClr val="D0021B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3154679"/>
            <a:ext cx="2834640" cy="11430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Calibri"/>
              </a:rPr>
              <a:t>etapas en nuestro ciclo de trabajo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4572000"/>
            <a:ext cx="4480560" cy="1325880"/>
          </a:xfrm>
          <a:prstGeom prst="roundRect">
            <a:avLst>
              <a:gd name="adj" fmla="val 5517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223760" y="4663440"/>
            <a:ext cx="1371600" cy="11430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5400" b="1" i="0">
                <a:solidFill>
                  <a:srgbClr val="D0021B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4663440"/>
            <a:ext cx="2834640" cy="11430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Calibri"/>
              </a:rPr>
              <a:t>idiomas de trabajo: español, inglés y árabe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822960"/>
          </a:xfrm>
        </p:spPr>
        <p:txBody>
          <a:bodyPr wrap="square" anchor="ctr" lIns="0" rIns="0"/>
          <a:lstStyle/>
          <a:p>
            <a:pPr algn="l"/>
            <a:r>
              <a:rPr sz="3400" b="1">
                <a:solidFill>
                  <a:srgbClr val="111111"/>
                </a:solidFill>
                <a:latin typeface="Arial"/>
              </a:rPr>
              <a:t>Qué hacemos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00200"/>
            <a:ext cx="3474720" cy="2103120"/>
          </a:xfrm>
          <a:prstGeom prst="roundRect">
            <a:avLst>
              <a:gd name="adj" fmla="val 3478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68680" y="1828800"/>
            <a:ext cx="502920" cy="502920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30175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Arial"/>
              </a:rPr>
              <a:t>Diagnóstico y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3017520" cy="7772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Analizamos producto, capacidad y competencia, y elegimos países y canales.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00200"/>
            <a:ext cx="3474720" cy="2103120"/>
          </a:xfrm>
          <a:prstGeom prst="roundRect">
            <a:avLst>
              <a:gd name="adj" fmla="val 3478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4572000" y="1828800"/>
            <a:ext cx="502920" cy="502920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468880"/>
            <a:ext cx="30175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Arial"/>
              </a:rPr>
              <a:t>Plan de exportación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880360"/>
            <a:ext cx="3017520" cy="7772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Objetivos, presupuesto, cronograma, precios y estrategia de marca.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1600200"/>
            <a:ext cx="3474720" cy="2103120"/>
          </a:xfrm>
          <a:prstGeom prst="roundRect">
            <a:avLst>
              <a:gd name="adj" fmla="val 3478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275319" y="1828800"/>
            <a:ext cx="502920" cy="502920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468880"/>
            <a:ext cx="30175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Arial"/>
              </a:rPr>
              <a:t>Habilitaciones y marca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2880360"/>
            <a:ext cx="3017520" cy="7772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Registros ante ARCA y organismos sanitarios, marca y certificaciones.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3474720" cy="2103120"/>
          </a:xfrm>
          <a:prstGeom prst="roundRect">
            <a:avLst>
              <a:gd name="adj" fmla="val 3478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68680" y="4160520"/>
            <a:ext cx="502920" cy="502920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800600"/>
            <a:ext cx="30175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Arial"/>
              </a:rPr>
              <a:t>Compradores y contratos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212079"/>
            <a:ext cx="3017520" cy="7772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Importadores, muestras, ferias y contratos de compraventa.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931920"/>
            <a:ext cx="3474720" cy="2103120"/>
          </a:xfrm>
          <a:prstGeom prst="roundRect">
            <a:avLst>
              <a:gd name="adj" fmla="val 3478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572000" y="4160520"/>
            <a:ext cx="502920" cy="502920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800600"/>
            <a:ext cx="30175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Arial"/>
              </a:rPr>
              <a:t>Logística y cobranza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212079"/>
            <a:ext cx="3017520" cy="7772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Contenedor, seguro, despacho y cobro con carta de crédito.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19" y="3931920"/>
            <a:ext cx="3474720" cy="2103120"/>
          </a:xfrm>
          <a:prstGeom prst="roundRect">
            <a:avLst>
              <a:gd name="adj" fmla="val 3478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275319" y="4160520"/>
            <a:ext cx="502920" cy="502920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4800600"/>
            <a:ext cx="30175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Arial"/>
              </a:rPr>
              <a:t>Presencia digital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5212079"/>
            <a:ext cx="3017520" cy="7772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Sitios web en varios idiomas, acceso de clientes y WhatsApp.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822960"/>
          </a:xfrm>
        </p:spPr>
        <p:txBody>
          <a:bodyPr wrap="square" anchor="ctr" lIns="0" rIns="0"/>
          <a:lstStyle/>
          <a:p>
            <a:pPr algn="l"/>
            <a:r>
              <a:rPr sz="3400" b="1">
                <a:solidFill>
                  <a:srgbClr val="111111"/>
                </a:solidFill>
                <a:latin typeface="Arial"/>
              </a:rPr>
              <a:t>Cómo trabajamos</a:t>
            </a:r>
          </a:p>
        </p:txBody>
      </p:sp>
      <p:pic>
        <p:nvPicPr>
          <p:cNvPr id="3" name="Picture 2" descr="Cuatro pasos: escuchamos, analizamos, armamos un plan, ejecutamos y controlam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10881360" cy="23576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977639"/>
            <a:ext cx="10881360" cy="3657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Por detrás, un ciclo de 8 etapas con puntos de 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526280"/>
            <a:ext cx="2606040" cy="73152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9808" y="4654296"/>
            <a:ext cx="475488" cy="475488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4572000"/>
            <a:ext cx="1874519" cy="6400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Calibri"/>
              </a:rPr>
              <a:t>Contacto y brief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4526280"/>
            <a:ext cx="2606040" cy="73152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3493008" y="4654296"/>
            <a:ext cx="475488" cy="475488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41648" y="4572000"/>
            <a:ext cx="1874519" cy="6400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Calibri"/>
              </a:rPr>
              <a:t>Diagnóstico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4526280"/>
            <a:ext cx="2606040" cy="73152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236208" y="4654296"/>
            <a:ext cx="475488" cy="475488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4848" y="4572000"/>
            <a:ext cx="1874519" cy="6400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Calibri"/>
              </a:rPr>
              <a:t>Propuesta y contrato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4526280"/>
            <a:ext cx="2606040" cy="73152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979407" y="4654296"/>
            <a:ext cx="475488" cy="475488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8048" y="4572000"/>
            <a:ext cx="1874519" cy="6400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Calibri"/>
              </a:rPr>
              <a:t>Planificación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394960"/>
            <a:ext cx="2606040" cy="73152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49808" y="5522976"/>
            <a:ext cx="475488" cy="475488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5440680"/>
            <a:ext cx="1874519" cy="6400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Calibri"/>
              </a:rPr>
              <a:t>Ejecución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3280" y="5394960"/>
            <a:ext cx="2606040" cy="73152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3493008" y="5522976"/>
            <a:ext cx="475488" cy="475488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41648" y="5440680"/>
            <a:ext cx="1874519" cy="6400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Calibri"/>
              </a:rPr>
              <a:t>Control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5394960"/>
            <a:ext cx="2606040" cy="73152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236208" y="5522976"/>
            <a:ext cx="475488" cy="475488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84848" y="5440680"/>
            <a:ext cx="1874519" cy="6400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Calibri"/>
              </a:rPr>
              <a:t>Cierre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69680" y="5394960"/>
            <a:ext cx="2606040" cy="73152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979407" y="5522976"/>
            <a:ext cx="475488" cy="475488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28048" y="5440680"/>
            <a:ext cx="1874519" cy="6400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Calibri"/>
              </a:rPr>
              <a:t>Mejora continua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822960"/>
          </a:xfrm>
        </p:spPr>
        <p:txBody>
          <a:bodyPr wrap="square" anchor="ctr" lIns="0" rIns="0"/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Nuestra cultura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00200"/>
            <a:ext cx="3474720" cy="2103120"/>
          </a:xfrm>
          <a:prstGeom prst="roundRect">
            <a:avLst>
              <a:gd name="adj" fmla="val 3478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68680" y="1856232"/>
            <a:ext cx="292608" cy="292608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2331720"/>
            <a:ext cx="301752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Rumbo claro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34640"/>
            <a:ext cx="3017520" cy="7772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D0D0D0"/>
                </a:solidFill>
                <a:latin typeface="Calibri"/>
              </a:rPr>
              <a:t>Cada proyecto tiene objetivo, fecha y responsable.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00200"/>
            <a:ext cx="3474720" cy="2103120"/>
          </a:xfrm>
          <a:prstGeom prst="roundRect">
            <a:avLst>
              <a:gd name="adj" fmla="val 3478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4572000" y="1856232"/>
            <a:ext cx="292608" cy="292608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72000" y="2331720"/>
            <a:ext cx="301752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Palabra cumplida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834640"/>
            <a:ext cx="3017520" cy="7772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D0D0D0"/>
                </a:solidFill>
                <a:latin typeface="Calibri"/>
              </a:rPr>
              <a:t>Decimos lo que vamos a hacer y lo hacemos.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1600200"/>
            <a:ext cx="3474720" cy="2103120"/>
          </a:xfrm>
          <a:prstGeom prst="roundRect">
            <a:avLst>
              <a:gd name="adj" fmla="val 3478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275319" y="1856232"/>
            <a:ext cx="292608" cy="292608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75319" y="2331720"/>
            <a:ext cx="301752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Respeto cultural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2834640"/>
            <a:ext cx="3017520" cy="7772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D0D0D0"/>
                </a:solidFill>
                <a:latin typeface="Calibri"/>
              </a:rPr>
              <a:t>Entendemos costumbres, idioma y religión del destino.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3474720" cy="2103120"/>
          </a:xfrm>
          <a:prstGeom prst="roundRect">
            <a:avLst>
              <a:gd name="adj" fmla="val 3478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68680" y="4187952"/>
            <a:ext cx="292608" cy="292608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8680" y="4663440"/>
            <a:ext cx="301752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Datos, no opiniones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166360"/>
            <a:ext cx="3017520" cy="7772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D0D0D0"/>
                </a:solidFill>
                <a:latin typeface="Calibri"/>
              </a:rPr>
              <a:t>Decidimos con números, no con intuiciones.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931920"/>
            <a:ext cx="3474720" cy="2103120"/>
          </a:xfrm>
          <a:prstGeom prst="roundRect">
            <a:avLst>
              <a:gd name="adj" fmla="val 3478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572000" y="4187952"/>
            <a:ext cx="292608" cy="292608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2000" y="4663440"/>
            <a:ext cx="301752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Seguridad primero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166360"/>
            <a:ext cx="3017520" cy="7772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D0D0D0"/>
                </a:solidFill>
                <a:latin typeface="Calibri"/>
              </a:rPr>
              <a:t>Cuidamos personas, mercadería e información.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19" y="3931920"/>
            <a:ext cx="3474720" cy="2103120"/>
          </a:xfrm>
          <a:prstGeom prst="roundRect">
            <a:avLst>
              <a:gd name="adj" fmla="val 3478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275319" y="4187952"/>
            <a:ext cx="292608" cy="292608"/>
          </a:xfrm>
          <a:prstGeom prst="ellipse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275319" y="4663440"/>
            <a:ext cx="301752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Mejora continua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5166360"/>
            <a:ext cx="3017520" cy="7772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D0D0D0"/>
                </a:solidFill>
                <a:latin typeface="Calibri"/>
              </a:rPr>
              <a:t>Cada proyecto cierra con lecciones aprendidas.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822960"/>
          </a:xfrm>
        </p:spPr>
        <p:txBody>
          <a:bodyPr wrap="square" anchor="ctr" lIns="0" rIns="0"/>
          <a:lstStyle/>
          <a:p>
            <a:pPr algn="l"/>
            <a:r>
              <a:rPr sz="3400" b="1">
                <a:solidFill>
                  <a:srgbClr val="111111"/>
                </a:solidFill>
                <a:latin typeface="Arial"/>
              </a:rPr>
              <a:t>Equipo y organización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80560" y="1508760"/>
            <a:ext cx="3200400" cy="868680"/>
          </a:xfrm>
          <a:prstGeom prst="roundRect">
            <a:avLst>
              <a:gd name="adj" fmla="val 8421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480560" y="1508760"/>
            <a:ext cx="3200400" cy="8686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Dirección General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377440"/>
            <a:ext cx="54864" cy="4114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783080" y="2770632"/>
            <a:ext cx="8622792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737360" y="2770632"/>
            <a:ext cx="54864" cy="3657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40080" y="3136392"/>
            <a:ext cx="2606040" cy="1920240"/>
          </a:xfrm>
          <a:prstGeom prst="roundRect">
            <a:avLst>
              <a:gd name="adj" fmla="val 3809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33172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>
                <a:solidFill>
                  <a:srgbClr val="D0021B"/>
                </a:solidFill>
                <a:latin typeface="Arial"/>
              </a:rPr>
              <a:t>Comercio exterior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94760"/>
            <a:ext cx="2331720" cy="11887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Mercados, precios, compradores y contratos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26280" y="2770632"/>
            <a:ext cx="54864" cy="3657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429000" y="3136392"/>
            <a:ext cx="2606040" cy="1920240"/>
          </a:xfrm>
          <a:prstGeom prst="roundRect">
            <a:avLst>
              <a:gd name="adj" fmla="val 3809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566160" y="3246120"/>
            <a:ext cx="233172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>
                <a:solidFill>
                  <a:srgbClr val="D0021B"/>
                </a:solidFill>
                <a:latin typeface="Arial"/>
              </a:rPr>
              <a:t>Logística y aduana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794760"/>
            <a:ext cx="2331720" cy="11887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Contenedores, documentación, seguros y despacho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2770632"/>
            <a:ext cx="54864" cy="3657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217920" y="3136392"/>
            <a:ext cx="2606040" cy="1920240"/>
          </a:xfrm>
          <a:prstGeom prst="roundRect">
            <a:avLst>
              <a:gd name="adj" fmla="val 3809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55080" y="3246120"/>
            <a:ext cx="233172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>
                <a:solidFill>
                  <a:srgbClr val="D0021B"/>
                </a:solidFill>
                <a:latin typeface="Arial"/>
              </a:rPr>
              <a:t>Legal y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794760"/>
            <a:ext cx="2331720" cy="11887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Contratos, marcas, ética y normativa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04119" y="2770632"/>
            <a:ext cx="54864" cy="3657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9006839" y="3136392"/>
            <a:ext cx="2606040" cy="1920240"/>
          </a:xfrm>
          <a:prstGeom prst="roundRect">
            <a:avLst>
              <a:gd name="adj" fmla="val 3809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3999" y="3246120"/>
            <a:ext cx="233172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>
                <a:solidFill>
                  <a:srgbClr val="D0021B"/>
                </a:solidFill>
                <a:latin typeface="Arial"/>
              </a:rPr>
              <a:t>Tecnología y 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3999" y="3794760"/>
            <a:ext cx="2331720" cy="11887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Sitios web, sistemas y análisis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440680"/>
            <a:ext cx="10881360" cy="8229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Calibri"/>
              </a:rPr>
              <a:t>Cada proyecto tiene un líder, un responsable de documentación y un responsable de calidad, más un canal directo con el cliente por WhatsApp.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822960"/>
          </a:xfrm>
        </p:spPr>
        <p:txBody>
          <a:bodyPr wrap="square" anchor="ctr" lIns="0" rIns="0"/>
          <a:lstStyle/>
          <a:p>
            <a:pPr algn="l"/>
            <a:r>
              <a:rPr sz="3400" b="1">
                <a:solidFill>
                  <a:srgbClr val="111111"/>
                </a:solidFill>
                <a:latin typeface="Arial"/>
              </a:rPr>
              <a:t>Caso en curso: proyecto ASHAB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760720" cy="44805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200" b="0" i="0">
                <a:solidFill>
                  <a:srgbClr val="111111"/>
                </a:solidFill>
                <a:latin typeface="Calibri"/>
              </a:rPr>
              <a:t>Una yerbatera de Misiones quiere exportar yerba mate con marca propia a Medio Oriente.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200" b="1" i="0">
                <a:solidFill>
                  <a:srgbClr val="D0021B"/>
                </a:solidFill>
                <a:latin typeface="Calibri"/>
              </a:rPr>
              <a:t>Qué hacemos por el cliente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Elegimos países y canales según la demanda real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Creamos la marca ASHAB y el packaging en tres idiomas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Gestionamos habilitaciones, documentos y logística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Desarrollamos el sitio web con ingreso seguro y pedidos con seña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554480"/>
            <a:ext cx="4663440" cy="1325880"/>
          </a:xfrm>
          <a:prstGeom prst="roundRect">
            <a:avLst>
              <a:gd name="adj" fmla="val 5517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040880" y="1645920"/>
            <a:ext cx="2468880" cy="11430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USD 75.810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0"/>
            <a:ext cx="2011680" cy="11430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>
                <a:solidFill>
                  <a:srgbClr val="D9D9D9"/>
                </a:solidFill>
                <a:latin typeface="Calibri"/>
              </a:rPr>
              <a:t>inversión inicial del proyecto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3063239"/>
            <a:ext cx="4663440" cy="1325880"/>
          </a:xfrm>
          <a:prstGeom prst="roundRect">
            <a:avLst>
              <a:gd name="adj" fmla="val 5517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040880" y="3154679"/>
            <a:ext cx="2468880" cy="11430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17 %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3154679"/>
            <a:ext cx="2011680" cy="11430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>
                <a:solidFill>
                  <a:srgbClr val="D9D9D9"/>
                </a:solidFill>
                <a:latin typeface="Calibri"/>
              </a:rPr>
              <a:t>margen neto por contenedor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4572000"/>
            <a:ext cx="4663440" cy="1325880"/>
          </a:xfrm>
          <a:prstGeom prst="roundRect">
            <a:avLst>
              <a:gd name="adj" fmla="val 5517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040880" y="4663440"/>
            <a:ext cx="2468880" cy="11430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≈ 13 meses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4663440"/>
            <a:ext cx="2011680" cy="11430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>
                <a:solidFill>
                  <a:srgbClr val="D9D9D9"/>
                </a:solidFill>
                <a:latin typeface="Calibri"/>
              </a:rPr>
              <a:t>para recuperar la inversión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822960"/>
          </a:xfrm>
        </p:spPr>
        <p:txBody>
          <a:bodyPr wrap="square" anchor="ctr" lIns="0" rIns="0"/>
          <a:lstStyle/>
          <a:p>
            <a:pPr algn="l"/>
            <a:r>
              <a:rPr sz="3400" b="1">
                <a:solidFill>
                  <a:srgbClr val="111111"/>
                </a:solidFill>
                <a:latin typeface="Arial"/>
              </a:rPr>
              <a:t>Cómo cuidamos al cliente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00200"/>
            <a:ext cx="5303520" cy="2057400"/>
          </a:xfrm>
          <a:prstGeom prst="roundRect">
            <a:avLst>
              <a:gd name="adj" fmla="val 3555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914400" y="1874519"/>
            <a:ext cx="548640" cy="54864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828800"/>
            <a:ext cx="411480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111111"/>
                </a:solidFill>
                <a:latin typeface="Arial"/>
              </a:rPr>
              <a:t>Ética y anticorrupción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377440"/>
            <a:ext cx="4114800" cy="11887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Cero pagos indebidos. Contratos claros y trazables con compradores y agentes.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303520" cy="2057400"/>
          </a:xfrm>
          <a:prstGeom prst="roundRect">
            <a:avLst>
              <a:gd name="adj" fmla="val 3555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6492240" y="1874519"/>
            <a:ext cx="548640" cy="54864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828800"/>
            <a:ext cx="411480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111111"/>
                </a:solidFill>
                <a:latin typeface="Arial"/>
              </a:rPr>
              <a:t>Confidencialidad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377440"/>
            <a:ext cx="4114800" cy="11887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Acuerdo de confidencialidad en cada proyecto y acceso solo a quien lo necesita.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86200"/>
            <a:ext cx="5303520" cy="2057400"/>
          </a:xfrm>
          <a:prstGeom prst="roundRect">
            <a:avLst>
              <a:gd name="adj" fmla="val 3555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14400" y="4160520"/>
            <a:ext cx="548640" cy="54864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114800"/>
            <a:ext cx="411480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111111"/>
                </a:solidFill>
                <a:latin typeface="Arial"/>
              </a:rPr>
              <a:t>Seguridad de la información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663440"/>
            <a:ext cx="4114800" cy="11887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Contraseñas cifradas, accesos registrados y copias de respaldo.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303520" cy="2057400"/>
          </a:xfrm>
          <a:prstGeom prst="roundRect">
            <a:avLst>
              <a:gd name="adj" fmla="val 3555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492240" y="4160520"/>
            <a:ext cx="548640" cy="54864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4114800"/>
            <a:ext cx="411480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111111"/>
                </a:solidFill>
                <a:latin typeface="Arial"/>
              </a:rPr>
              <a:t>Seguridad e higiene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663440"/>
            <a:ext cx="4114800" cy="11887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Normas de ingreso a planta y protocolo propio para visitas del equipo.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 de Rumbo Global Consultores S.A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6583680" cy="19875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474720"/>
            <a:ext cx="10058400" cy="7315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Llevamos a las pymes argentinas al mundo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480560"/>
            <a:ext cx="7315200" cy="14630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WhatsApp: 11 3348-6017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D0D0D0"/>
                </a:solidFill>
                <a:latin typeface="Calibri"/>
              </a:rPr>
              <a:t>Escribinos y armamos tu plan de exportación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448056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80" y="4480560"/>
            <a:ext cx="3108960" cy="9144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Quiero exportar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